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Merriweath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11" Type="http://schemas.openxmlformats.org/officeDocument/2006/relationships/slide" Target="slides/slide6.xml"/><Relationship Id="rId22" Type="http://schemas.openxmlformats.org/officeDocument/2006/relationships/font" Target="fonts/Merriweather-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bed89ae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bed89ae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bed89aec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bed89aec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ed89aec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ed89aec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bed89aec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bed89aec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bed89aec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bed89aec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bed89aec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bed89aec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bed89aec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bed89aec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bed89aec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bed89aec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bed89aec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bed89aec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      Верстка сайта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            Shop.co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Чариев Салават М. 26-1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282400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Готовый интерфейс и структура 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08625" y="139200"/>
            <a:ext cx="4202400" cy="4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 странице представлен главный экран интернет-магазина одежды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SHOP.CO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левой части расположен крупный заголовок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«FIND CLOTHES THAT MATCHES YOUR STYLE»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а под ним находится черная кнопка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«Shop Now»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Ниже выведена статистика магазина: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200+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брендов,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2,000+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качественных товаров и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30,000+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довольных клиентов.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Правую часть экрана занимает большая фотография парня и девушки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4" title="Снимок экрана 2026-09-23 23005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2850" y="2857875"/>
            <a:ext cx="4072777" cy="199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Готовый интерфейс и структура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4572000" y="183175"/>
            <a:ext cx="4239000" cy="44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Сверху идет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черная полоса с брендами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(Zara, Gucci, Prada).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 центру расположен большой заголовок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«NEW ARRIVALS»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Ниже выстроены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четыре карточки новой одежды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с ценами и рейтингом.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 вещами стоит круглая белая кнопка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«View All»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5" title="уу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483000"/>
            <a:ext cx="4396650" cy="211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Готовый интерфейс и структура 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572000" y="146550"/>
            <a:ext cx="4239000" cy="44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Сверху написан крупный заголовок секции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«BROWSE BY DRESS STYLE»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Весь контент размещен на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большой серой подложке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со скругленными углами.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Ниже представлена сетка из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четырех категорий стиля одежды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Casual, Formal, Party и Gym.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Внутри каждой категории находится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своя фотография модели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 соответствующем образе.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6" title="аы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9750" y="2180375"/>
            <a:ext cx="4024475" cy="257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Готовый интерфейс и структура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623300" y="183175"/>
            <a:ext cx="4187700" cy="44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Сверху расположена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черная плашка подписки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с полем для ввода email и кнопкой.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Ниже находится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основной серый подвал сайта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с крупным логотипом SHOP.CO и иконками соцсетей.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центре выстроены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четыре колонки со ссылками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на разделы компании, помощи и ресурсов.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самом низу размещены текстовый копирайт и </a:t>
            </a: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иконки платежных систем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(Visa, MasterCard).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7" title="im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000" y="2770600"/>
            <a:ext cx="4256292" cy="18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чистого БЭМ и проектирование классов 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4403475" y="351700"/>
            <a:ext cx="1985400" cy="45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293370" lvl="0" marL="457200" rtl="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Строгое соблюдение методологии: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Создание независимых, переносимых блоков и отказ от жесткой вложенности тегов.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Автоматизация нейминга: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Использование переводчика как умного словаря на старте проекта.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Плоская структура CSS: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Быстрая скорость чтения кода браузером благодаря отсутствию каскадных цепочек.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8" title="be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6325" y="80700"/>
            <a:ext cx="2491025" cy="48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Трудности в процессе разработки и ограничения 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4637350" y="127250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Жесткий дедлайн:</a:t>
            </a:r>
            <a:b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Нехватка времени на полировку второстепенных элементов.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Разница в качестве страниц: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Первая страница каталога полностью готова, вторая — сделана в спешке и требует доработки геометрии.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Отсутствие адаптивности: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Из-за сроков на обеих страницах не реализован мобильный адаптив.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9" title="проблемы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9525" y="2300625"/>
            <a:ext cx="4014229" cy="250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Интересные фишки, которые я реализовал в коде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4674575" y="146550"/>
            <a:ext cx="4136400" cy="44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Горизонтальный скролл отзывов                                с эффектом Blur по краям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Где смотреть в коде: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Стили для контейнера с отзывами (например,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.container-slider</a:t>
            </a:r>
            <a:b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или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 .customers-slider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Суть фишки: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Карточки отзывов прокручиваются по горизонтали, а по бокам создается мягкий градиентный переход, который плавно «прячет» уходящие отзывы.</a:t>
            </a:r>
            <a:endParaRPr/>
          </a:p>
        </p:txBody>
      </p:sp>
      <p:pic>
        <p:nvPicPr>
          <p:cNvPr id="114" name="Google Shape;114;p20" title="blu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4953" y="2517375"/>
            <a:ext cx="3915635" cy="25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Интересные фишки, которые я реализовал в коде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4623300" y="146550"/>
            <a:ext cx="4187700" cy="44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Подключение иконки сайта (Favicon)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Суть фишки: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Добавление маленькой брендовой иконки в саму вкладку браузера, чтобы проект выглядел как настоящий завершенный продукт. </a:t>
            </a:r>
            <a:endParaRPr/>
          </a:p>
        </p:txBody>
      </p:sp>
      <p:pic>
        <p:nvPicPr>
          <p:cNvPr id="121" name="Google Shape;121;p21" title="ic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075" y="1389125"/>
            <a:ext cx="4187700" cy="513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внимание!)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На этом у меня всё. Проект получился отличной практикой по флексам и БЭМ-архитектуре, и я чётко вижу зоны для дальнейшего роста и доработки. Спасибо за внимание, готов выслушать ваши комментарии и ответить на вопросы!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